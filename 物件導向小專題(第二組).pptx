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Platypi Medium" panose="020B0604020202020204" charset="0"/>
      <p:regular r:id="rId16"/>
    </p:embeddedFont>
    <p:embeddedFont>
      <p:font typeface="Source Serif 4" panose="020B0604020202020204" charset="0"/>
      <p:regular r:id="rId1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2F03D-B767-BF10-5DEA-5E971FFCF136}" v="17" dt="2026-04-19T07:31:46.748"/>
    <p1510:client id="{69A6BD7C-D4A6-1C01-0AEA-59B187FBBE54}" v="42" dt="2026-04-19T07:47:50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張定翔" userId="S::b4236136@ulive.pccu.edu.tw::b92ef3fd-962e-4354-9ae0-2c0577f33a16" providerId="AD" clId="Web-{5962F03D-B767-BF10-5DEA-5E971FFCF136}"/>
    <pc:docChg chg="modSld">
      <pc:chgData name="張定翔" userId="S::b4236136@ulive.pccu.edu.tw::b92ef3fd-962e-4354-9ae0-2c0577f33a16" providerId="AD" clId="Web-{5962F03D-B767-BF10-5DEA-5E971FFCF136}" dt="2026-04-19T07:31:46.748" v="16" actId="20577"/>
      <pc:docMkLst>
        <pc:docMk/>
      </pc:docMkLst>
      <pc:sldChg chg="addSp modSp">
        <pc:chgData name="張定翔" userId="S::b4236136@ulive.pccu.edu.tw::b92ef3fd-962e-4354-9ae0-2c0577f33a16" providerId="AD" clId="Web-{5962F03D-B767-BF10-5DEA-5E971FFCF136}" dt="2026-04-19T07:31:01.902" v="2"/>
        <pc:sldMkLst>
          <pc:docMk/>
          <pc:sldMk cId="0" sldId="257"/>
        </pc:sldMkLst>
        <pc:spChg chg="add mod">
          <ac:chgData name="張定翔" userId="S::b4236136@ulive.pccu.edu.tw::b92ef3fd-962e-4354-9ae0-2c0577f33a16" providerId="AD" clId="Web-{5962F03D-B767-BF10-5DEA-5E971FFCF136}" dt="2026-04-19T07:31:01.902" v="2"/>
          <ac:spMkLst>
            <pc:docMk/>
            <pc:sldMk cId="0" sldId="257"/>
            <ac:spMk id="15" creationId="{3BE339CB-70F0-CDA3-839D-A1DA357DE667}"/>
          </ac:spMkLst>
        </pc:spChg>
      </pc:sldChg>
      <pc:sldChg chg="addSp">
        <pc:chgData name="張定翔" userId="S::b4236136@ulive.pccu.edu.tw::b92ef3fd-962e-4354-9ae0-2c0577f33a16" providerId="AD" clId="Web-{5962F03D-B767-BF10-5DEA-5E971FFCF136}" dt="2026-04-19T07:31:03.262" v="3"/>
        <pc:sldMkLst>
          <pc:docMk/>
          <pc:sldMk cId="0" sldId="258"/>
        </pc:sldMkLst>
        <pc:spChg chg="add">
          <ac:chgData name="張定翔" userId="S::b4236136@ulive.pccu.edu.tw::b92ef3fd-962e-4354-9ae0-2c0577f33a16" providerId="AD" clId="Web-{5962F03D-B767-BF10-5DEA-5E971FFCF136}" dt="2026-04-19T07:31:03.262" v="3"/>
          <ac:spMkLst>
            <pc:docMk/>
            <pc:sldMk cId="0" sldId="258"/>
            <ac:spMk id="15" creationId="{CE8A80B4-28A0-B3ED-0526-D2F798F37E44}"/>
          </ac:spMkLst>
        </pc:spChg>
      </pc:sldChg>
      <pc:sldChg chg="addSp">
        <pc:chgData name="張定翔" userId="S::b4236136@ulive.pccu.edu.tw::b92ef3fd-962e-4354-9ae0-2c0577f33a16" providerId="AD" clId="Web-{5962F03D-B767-BF10-5DEA-5E971FFCF136}" dt="2026-04-19T07:31:03.668" v="4"/>
        <pc:sldMkLst>
          <pc:docMk/>
          <pc:sldMk cId="0" sldId="259"/>
        </pc:sldMkLst>
        <pc:spChg chg="add">
          <ac:chgData name="張定翔" userId="S::b4236136@ulive.pccu.edu.tw::b92ef3fd-962e-4354-9ae0-2c0577f33a16" providerId="AD" clId="Web-{5962F03D-B767-BF10-5DEA-5E971FFCF136}" dt="2026-04-19T07:31:03.668" v="4"/>
          <ac:spMkLst>
            <pc:docMk/>
            <pc:sldMk cId="0" sldId="259"/>
            <ac:spMk id="25" creationId="{93AF2BD2-30AB-632E-1B34-4767853D12E8}"/>
          </ac:spMkLst>
        </pc:spChg>
      </pc:sldChg>
      <pc:sldChg chg="addSp">
        <pc:chgData name="張定翔" userId="S::b4236136@ulive.pccu.edu.tw::b92ef3fd-962e-4354-9ae0-2c0577f33a16" providerId="AD" clId="Web-{5962F03D-B767-BF10-5DEA-5E971FFCF136}" dt="2026-04-19T07:31:04.605" v="5"/>
        <pc:sldMkLst>
          <pc:docMk/>
          <pc:sldMk cId="0" sldId="260"/>
        </pc:sldMkLst>
        <pc:spChg chg="add">
          <ac:chgData name="張定翔" userId="S::b4236136@ulive.pccu.edu.tw::b92ef3fd-962e-4354-9ae0-2c0577f33a16" providerId="AD" clId="Web-{5962F03D-B767-BF10-5DEA-5E971FFCF136}" dt="2026-04-19T07:31:04.605" v="5"/>
          <ac:spMkLst>
            <pc:docMk/>
            <pc:sldMk cId="0" sldId="260"/>
            <ac:spMk id="14" creationId="{04531828-D525-4603-70CF-A584B61BA07C}"/>
          </ac:spMkLst>
        </pc:spChg>
      </pc:sldChg>
      <pc:sldChg chg="addSp">
        <pc:chgData name="張定翔" userId="S::b4236136@ulive.pccu.edu.tw::b92ef3fd-962e-4354-9ae0-2c0577f33a16" providerId="AD" clId="Web-{5962F03D-B767-BF10-5DEA-5E971FFCF136}" dt="2026-04-19T07:31:04.949" v="6"/>
        <pc:sldMkLst>
          <pc:docMk/>
          <pc:sldMk cId="0" sldId="261"/>
        </pc:sldMkLst>
        <pc:spChg chg="add">
          <ac:chgData name="張定翔" userId="S::b4236136@ulive.pccu.edu.tw::b92ef3fd-962e-4354-9ae0-2c0577f33a16" providerId="AD" clId="Web-{5962F03D-B767-BF10-5DEA-5E971FFCF136}" dt="2026-04-19T07:31:04.949" v="6"/>
          <ac:spMkLst>
            <pc:docMk/>
            <pc:sldMk cId="0" sldId="261"/>
            <ac:spMk id="24" creationId="{D6BA01B9-86C7-3AD2-02AB-2B9C31FA3EA3}"/>
          </ac:spMkLst>
        </pc:spChg>
      </pc:sldChg>
      <pc:sldChg chg="addSp">
        <pc:chgData name="張定翔" userId="S::b4236136@ulive.pccu.edu.tw::b92ef3fd-962e-4354-9ae0-2c0577f33a16" providerId="AD" clId="Web-{5962F03D-B767-BF10-5DEA-5E971FFCF136}" dt="2026-04-19T07:31:05.309" v="7"/>
        <pc:sldMkLst>
          <pc:docMk/>
          <pc:sldMk cId="0" sldId="262"/>
        </pc:sldMkLst>
        <pc:spChg chg="add">
          <ac:chgData name="張定翔" userId="S::b4236136@ulive.pccu.edu.tw::b92ef3fd-962e-4354-9ae0-2c0577f33a16" providerId="AD" clId="Web-{5962F03D-B767-BF10-5DEA-5E971FFCF136}" dt="2026-04-19T07:31:05.309" v="7"/>
          <ac:spMkLst>
            <pc:docMk/>
            <pc:sldMk cId="0" sldId="262"/>
            <ac:spMk id="6" creationId="{05304E20-2D4B-179C-66BB-0E4A2ADBFDD3}"/>
          </ac:spMkLst>
        </pc:spChg>
      </pc:sldChg>
      <pc:sldChg chg="addSp delSp modSp">
        <pc:chgData name="張定翔" userId="S::b4236136@ulive.pccu.edu.tw::b92ef3fd-962e-4354-9ae0-2c0577f33a16" providerId="AD" clId="Web-{5962F03D-B767-BF10-5DEA-5E971FFCF136}" dt="2026-04-19T07:31:46.748" v="16" actId="20577"/>
        <pc:sldMkLst>
          <pc:docMk/>
          <pc:sldMk cId="0" sldId="263"/>
        </pc:sldMkLst>
        <pc:spChg chg="add">
          <ac:chgData name="張定翔" userId="S::b4236136@ulive.pccu.edu.tw::b92ef3fd-962e-4354-9ae0-2c0577f33a16" providerId="AD" clId="Web-{5962F03D-B767-BF10-5DEA-5E971FFCF136}" dt="2026-04-19T07:31:05.668" v="8"/>
          <ac:spMkLst>
            <pc:docMk/>
            <pc:sldMk cId="0" sldId="263"/>
            <ac:spMk id="4" creationId="{95694F9D-0092-9674-CEEB-8AF7FFB65B5E}"/>
          </ac:spMkLst>
        </pc:spChg>
        <pc:spChg chg="add del">
          <ac:chgData name="張定翔" userId="S::b4236136@ulive.pccu.edu.tw::b92ef3fd-962e-4354-9ae0-2c0577f33a16" providerId="AD" clId="Web-{5962F03D-B767-BF10-5DEA-5E971FFCF136}" dt="2026-04-19T07:31:30.872" v="12"/>
          <ac:spMkLst>
            <pc:docMk/>
            <pc:sldMk cId="0" sldId="263"/>
            <ac:spMk id="5" creationId="{892478B9-B340-174F-7C9B-5FBCCC84C1D8}"/>
          </ac:spMkLst>
        </pc:spChg>
        <pc:spChg chg="add mod">
          <ac:chgData name="張定翔" userId="S::b4236136@ulive.pccu.edu.tw::b92ef3fd-962e-4354-9ae0-2c0577f33a16" providerId="AD" clId="Web-{5962F03D-B767-BF10-5DEA-5E971FFCF136}" dt="2026-04-19T07:31:46.748" v="16" actId="20577"/>
          <ac:spMkLst>
            <pc:docMk/>
            <pc:sldMk cId="0" sldId="263"/>
            <ac:spMk id="7" creationId="{DB7B51D8-5E34-FA1F-0056-89BFDC06D6DA}"/>
          </ac:spMkLst>
        </pc:spChg>
      </pc:sldChg>
      <pc:sldChg chg="addSp">
        <pc:chgData name="張定翔" userId="S::b4236136@ulive.pccu.edu.tw::b92ef3fd-962e-4354-9ae0-2c0577f33a16" providerId="AD" clId="Web-{5962F03D-B767-BF10-5DEA-5E971FFCF136}" dt="2026-04-19T07:31:05.980" v="9"/>
        <pc:sldMkLst>
          <pc:docMk/>
          <pc:sldMk cId="0" sldId="264"/>
        </pc:sldMkLst>
        <pc:spChg chg="add">
          <ac:chgData name="張定翔" userId="S::b4236136@ulive.pccu.edu.tw::b92ef3fd-962e-4354-9ae0-2c0577f33a16" providerId="AD" clId="Web-{5962F03D-B767-BF10-5DEA-5E971FFCF136}" dt="2026-04-19T07:31:05.980" v="9"/>
          <ac:spMkLst>
            <pc:docMk/>
            <pc:sldMk cId="0" sldId="264"/>
            <ac:spMk id="20" creationId="{8C5F851D-4847-89C7-B4E5-568AAA62620B}"/>
          </ac:spMkLst>
        </pc:spChg>
      </pc:sldChg>
    </pc:docChg>
  </pc:docChgLst>
  <pc:docChgLst>
    <pc:chgData name="張定翔" userId="S::b4236136@ulive.pccu.edu.tw::b92ef3fd-962e-4354-9ae0-2c0577f33a16" providerId="AD" clId="Web-{69A6BD7C-D4A6-1C01-0AEA-59B187FBBE54}"/>
    <pc:docChg chg="addSld delSld modSld">
      <pc:chgData name="張定翔" userId="S::b4236136@ulive.pccu.edu.tw::b92ef3fd-962e-4354-9ae0-2c0577f33a16" providerId="AD" clId="Web-{69A6BD7C-D4A6-1C01-0AEA-59B187FBBE54}" dt="2026-04-19T07:47:50.033" v="38" actId="14100"/>
      <pc:docMkLst>
        <pc:docMk/>
      </pc:docMkLst>
      <pc:sldChg chg="modSp">
        <pc:chgData name="張定翔" userId="S::b4236136@ulive.pccu.edu.tw::b92ef3fd-962e-4354-9ae0-2c0577f33a16" providerId="AD" clId="Web-{69A6BD7C-D4A6-1C01-0AEA-59B187FBBE54}" dt="2026-04-19T07:45:39.563" v="23" actId="20577"/>
        <pc:sldMkLst>
          <pc:docMk/>
          <pc:sldMk cId="0" sldId="257"/>
        </pc:sldMkLst>
        <pc:spChg chg="mod">
          <ac:chgData name="張定翔" userId="S::b4236136@ulive.pccu.edu.tw::b92ef3fd-962e-4354-9ae0-2c0577f33a16" providerId="AD" clId="Web-{69A6BD7C-D4A6-1C01-0AEA-59B187FBBE54}" dt="2026-04-19T07:45:39.563" v="23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">
        <pc:chgData name="張定翔" userId="S::b4236136@ulive.pccu.edu.tw::b92ef3fd-962e-4354-9ae0-2c0577f33a16" providerId="AD" clId="Web-{69A6BD7C-D4A6-1C01-0AEA-59B187FBBE54}" dt="2026-04-19T07:46:18.579" v="32" actId="20577"/>
        <pc:sldMkLst>
          <pc:docMk/>
          <pc:sldMk cId="0" sldId="260"/>
        </pc:sldMkLst>
        <pc:spChg chg="mod">
          <ac:chgData name="張定翔" userId="S::b4236136@ulive.pccu.edu.tw::b92ef3fd-962e-4354-9ae0-2c0577f33a16" providerId="AD" clId="Web-{69A6BD7C-D4A6-1C01-0AEA-59B187FBBE54}" dt="2026-04-19T07:46:18.579" v="32" actId="20577"/>
          <ac:spMkLst>
            <pc:docMk/>
            <pc:sldMk cId="0" sldId="260"/>
            <ac:spMk id="9" creationId="{00000000-0000-0000-0000-000000000000}"/>
          </ac:spMkLst>
        </pc:spChg>
      </pc:sldChg>
      <pc:sldChg chg="addSp delSp modSp">
        <pc:chgData name="張定翔" userId="S::b4236136@ulive.pccu.edu.tw::b92ef3fd-962e-4354-9ae0-2c0577f33a16" providerId="AD" clId="Web-{69A6BD7C-D4A6-1C01-0AEA-59B187FBBE54}" dt="2026-04-19T07:47:50.033" v="38" actId="14100"/>
        <pc:sldMkLst>
          <pc:docMk/>
          <pc:sldMk cId="0" sldId="262"/>
        </pc:sldMkLst>
        <pc:picChg chg="del">
          <ac:chgData name="張定翔" userId="S::b4236136@ulive.pccu.edu.tw::b92ef3fd-962e-4354-9ae0-2c0577f33a16" providerId="AD" clId="Web-{69A6BD7C-D4A6-1C01-0AEA-59B187FBBE54}" dt="2026-04-19T07:47:36.361" v="34"/>
          <ac:picMkLst>
            <pc:docMk/>
            <pc:sldMk cId="0" sldId="262"/>
            <ac:picMk id="2" creationId="{00000000-0000-0000-0000-000000000000}"/>
          </ac:picMkLst>
        </pc:picChg>
        <pc:picChg chg="add mod">
          <ac:chgData name="張定翔" userId="S::b4236136@ulive.pccu.edu.tw::b92ef3fd-962e-4354-9ae0-2c0577f33a16" providerId="AD" clId="Web-{69A6BD7C-D4A6-1C01-0AEA-59B187FBBE54}" dt="2026-04-19T07:47:50.033" v="38" actId="14100"/>
          <ac:picMkLst>
            <pc:docMk/>
            <pc:sldMk cId="0" sldId="262"/>
            <ac:picMk id="5" creationId="{8E7C2A43-C5BB-37E7-5DFD-8A1DAF949F66}"/>
          </ac:picMkLst>
        </pc:picChg>
      </pc:sldChg>
      <pc:sldChg chg="modSp">
        <pc:chgData name="張定翔" userId="S::b4236136@ulive.pccu.edu.tw::b92ef3fd-962e-4354-9ae0-2c0577f33a16" providerId="AD" clId="Web-{69A6BD7C-D4A6-1C01-0AEA-59B187FBBE54}" dt="2026-04-19T07:40:12.386" v="22" actId="20577"/>
        <pc:sldMkLst>
          <pc:docMk/>
          <pc:sldMk cId="0" sldId="264"/>
        </pc:sldMkLst>
        <pc:spChg chg="mod">
          <ac:chgData name="張定翔" userId="S::b4236136@ulive.pccu.edu.tw::b92ef3fd-962e-4354-9ae0-2c0577f33a16" providerId="AD" clId="Web-{69A6BD7C-D4A6-1C01-0AEA-59B187FBBE54}" dt="2026-04-19T07:40:12.386" v="22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張定翔" userId="S::b4236136@ulive.pccu.edu.tw::b92ef3fd-962e-4354-9ae0-2c0577f33a16" providerId="AD" clId="Web-{69A6BD7C-D4A6-1C01-0AEA-59B187FBBE54}" dt="2026-04-19T07:38:41.712" v="2" actId="20577"/>
          <ac:spMkLst>
            <pc:docMk/>
            <pc:sldMk cId="0" sldId="264"/>
            <ac:spMk id="18" creationId="{00000000-0000-0000-0000-000000000000}"/>
          </ac:spMkLst>
        </pc:spChg>
      </pc:sldChg>
      <pc:sldChg chg="new del">
        <pc:chgData name="張定翔" userId="S::b4236136@ulive.pccu.edu.tw::b92ef3fd-962e-4354-9ae0-2c0577f33a16" providerId="AD" clId="Web-{69A6BD7C-D4A6-1C01-0AEA-59B187FBBE54}" dt="2026-04-19T07:36:18.426" v="1"/>
        <pc:sldMkLst>
          <pc:docMk/>
          <pc:sldMk cId="1964304401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5E89F-FA18-4145-910C-0ADD9F447434}" type="datetimeFigureOut">
              <a:t>2026/4/19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4A288-6652-46C0-A89D-C80FBA4175D2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797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348" y="1303020"/>
            <a:ext cx="5259586" cy="562344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0605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物件導向專題報告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4109442"/>
            <a:ext cx="164342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3E2513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37498" y="4185047"/>
            <a:ext cx="13560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資工 1A｜第二組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93790" y="48060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支援加、減、乘、除、平方、平方根之物件導向計算機系統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32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組別資訊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75648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99288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504C49"/>
                </a:solidFill>
                <a:latin typeface="Platypi Medium"/>
                <a:ea typeface="Source Serif 4" pitchFamily="34" charset="-122"/>
                <a:cs typeface="Platypi Medium"/>
              </a:rPr>
              <a:t>第二組</a:t>
            </a:r>
            <a:endParaRPr lang="en-US" sz="1750" dirty="0" err="1">
              <a:latin typeface="Platypi Medium"/>
              <a:cs typeface="Platypi Medium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8548" y="3275648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系級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99288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資工 1A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張定翔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陳柏融、阮清田</a:t>
            </a:r>
            <a:endParaRPr lang="en-US" sz="175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E339CB-70F0-CDA3-839D-A1DA357DE667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484948"/>
            <a:ext cx="5259705" cy="5259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8566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小專題題目：計算機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2905601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0653" y="2905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基本四則運算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30653" y="3396020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支援加法、減法、乘法、除法等二元運算功能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12550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0653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一元運算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130653" y="4702969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支援平方（x²）與平方根（√x）等一元運算功能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5519499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30653" y="5519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結果顯示與更新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130653" y="6009918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運算完成後即時更新並顯示結果作為下次運算基礎​</a:t>
            </a:r>
            <a:endParaRPr lang="en-US" sz="175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8A80B4-28A0-B3ED-0526-D2F798F37E44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56855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程式架構介紹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87435"/>
            <a:ext cx="12227362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採用物件導向設計，以抽象類別統一介面，各運算子類別各自實作 </a:t>
            </a: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方法。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01460" y="1803202"/>
            <a:ext cx="12227362" cy="10632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4320" y="1826062"/>
            <a:ext cx="708779" cy="1017508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2071449" y="2003227"/>
            <a:ext cx="243744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Operation（抽象類別）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71449" y="2363033"/>
            <a:ext cx="1115734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定義執行介面，所有運算類別皆繼承此類​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01460" y="3004780"/>
            <a:ext cx="12227362" cy="10632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4320" y="3027640"/>
            <a:ext cx="708779" cy="1017508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2071449" y="3204805"/>
            <a:ext cx="359449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Add / Subtract / Multiply / Divide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71449" y="3564612"/>
            <a:ext cx="1115734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繼承 Operation，分別實作二元運算邏輯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01460" y="4206359"/>
            <a:ext cx="12227362" cy="10632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24320" y="4229219"/>
            <a:ext cx="708779" cy="1017508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2071449" y="4406384"/>
            <a:ext cx="221980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Square / SquareRoot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071449" y="4766191"/>
            <a:ext cx="1115734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繼承 Operation，實作一元運算（僅需一個運算數）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01460" y="5407938"/>
            <a:ext cx="12227362" cy="10632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4320" y="5430798"/>
            <a:ext cx="708779" cy="1017508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2071449" y="5607963"/>
            <a:ext cx="24426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Calculator（主控制類）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71449" y="5967770"/>
            <a:ext cx="1115734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管理運算流程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01460" y="6609517"/>
            <a:ext cx="12227362" cy="10632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4320" y="6632377"/>
            <a:ext cx="708779" cy="1017508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22" name="Text 20"/>
          <p:cNvSpPr/>
          <p:nvPr/>
        </p:nvSpPr>
        <p:spPr>
          <a:xfrm>
            <a:off x="2071449" y="680954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71449" y="7169348"/>
            <a:ext cx="1115734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負責儲存值、提供顯示及儲存​</a:t>
            </a:r>
            <a:endParaRPr lang="en-US" sz="135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AF2BD2-30AB-632E-1B34-4767853D12E8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35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程式使用方式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2065973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1188" y="3224958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顯示結果並更新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226180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輸入第二個數字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964" y="3226180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 err="1">
                <a:solidFill>
                  <a:srgbClr val="504C49"/>
                </a:solidFill>
                <a:latin typeface="Platypi Medium"/>
                <a:ea typeface="Platypi Medium" pitchFamily="34" charset="-122"/>
                <a:cs typeface="Platypi Medium"/>
              </a:rPr>
              <a:t>選擇運算類型</a:t>
            </a:r>
            <a:endParaRPr lang="en-US" sz="2300">
              <a:solidFill>
                <a:srgbClr val="504C49"/>
              </a:solidFill>
              <a:latin typeface="Platypi Medium"/>
              <a:ea typeface="Platypi Medium" pitchFamily="34" charset="-122"/>
              <a:cs typeface="Platypi Medium"/>
            </a:endParaRPr>
          </a:p>
          <a:p>
            <a:pPr algn="ctr">
              <a:lnSpc>
                <a:spcPts val="2850"/>
              </a:lnSpc>
            </a:pPr>
            <a:endParaRPr lang="en-US" sz="2300" dirty="0">
              <a:solidFill>
                <a:srgbClr val="504C49"/>
              </a:solidFill>
              <a:latin typeface="Platypi Medium"/>
              <a:cs typeface="Platypi Medium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7115" y="3226180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輸入第一個數字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963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完成一次運算後，可選擇繼續計算（以當前結果為基礎）或結束程式。</a:t>
            </a:r>
            <a:endParaRPr lang="en-US" sz="175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531828-D525-4603-70CF-A584B61BA07C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2591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安裝與執行方式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6799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編譯與執行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94611" y="2163723"/>
            <a:ext cx="6378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下載程式碼運行於任一可執行C++語言之編譯器編譯並執行。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4611" y="26349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依賴環境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94611" y="3118723"/>
            <a:ext cx="6378535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作業系統：Windows / macOS / Linux（任一皆可）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編譯器：支援 C++11 以上（g++、clang++、MSVC）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16799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執行流程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218539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64874" y="2499717"/>
            <a:ext cx="6378535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7564874" y="2644616"/>
            <a:ext cx="6378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輸入第一個數字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326469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564874" y="3579019"/>
            <a:ext cx="6378535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7564874" y="3723918"/>
            <a:ext cx="6378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選擇運算類型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4343995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64874" y="4658320"/>
            <a:ext cx="6378535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7564874" y="4803219"/>
            <a:ext cx="6378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輸入第二個數字（若為二元運算）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64874" y="5423297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564874" y="5737622"/>
            <a:ext cx="6378535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9" name="Text 17"/>
          <p:cNvSpPr/>
          <p:nvPr/>
        </p:nvSpPr>
        <p:spPr>
          <a:xfrm>
            <a:off x="7564874" y="5882521"/>
            <a:ext cx="6378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顯示結果並更新結果​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4874" y="6502598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64874" y="6816923"/>
            <a:ext cx="6378535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2" name="Text 20"/>
          <p:cNvSpPr/>
          <p:nvPr/>
        </p:nvSpPr>
        <p:spPr>
          <a:xfrm>
            <a:off x="7564874" y="6961823"/>
            <a:ext cx="637853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選擇繼續計算或結束程式</a:t>
            </a:r>
            <a:endParaRPr lang="en-US" sz="155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BA01B9-86C7-3AD2-02AB-2B9C31FA3EA3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0421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UML 類別圖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1107"/>
            <a:ext cx="7556421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以下為本專題之 UML 類別圖，展示各類別間的繼承關係與方法定義。</a:t>
            </a:r>
            <a:r>
              <a:rPr lang="en-US" sz="1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為抽象父類，</a:t>
            </a:r>
            <a:r>
              <a:rPr lang="en-US" sz="1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呼叫各運算子類別，</a:t>
            </a:r>
            <a:r>
              <a:rPr lang="en-US" sz="1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負責結果儲存與顯示。</a:t>
            </a:r>
            <a:endParaRPr lang="en-US" sz="17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04E20-2D4B-179C-66BB-0E4A2ADBFDD3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8E7C2A43-C5BB-37E7-5DFD-8A1DAF949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" y="3175"/>
            <a:ext cx="6128808" cy="82232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694F9D-0092-9674-CEEB-8AF7FFB65B5E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B7B51D8-5E34-FA1F-0056-89BFDC06D6DA}"/>
              </a:ext>
            </a:extLst>
          </p:cNvPr>
          <p:cNvSpPr/>
          <p:nvPr/>
        </p:nvSpPr>
        <p:spPr>
          <a:xfrm>
            <a:off x="694611" y="62591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zh-TW" sz="3900">
                <a:solidFill>
                  <a:srgbClr val="201B18"/>
                </a:solidFill>
                <a:latin typeface="Platypi Medium"/>
                <a:ea typeface="+mn-lt"/>
                <a:cs typeface="Platypi Medium"/>
              </a:rPr>
              <a:t>程式畫面截圖</a:t>
            </a:r>
            <a:endParaRPr lang="zh-TW" altLang="en-US">
              <a:latin typeface="Platypi Medium"/>
              <a:cs typeface="Platypi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分工資訊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69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以下為專題開發過程中的分工與職責劃分，確保專案順利進行。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34966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94882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組長：張定翔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1594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zh-TW" alt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負責</a:t>
            </a:r>
            <a:r>
              <a:rPr lang="zh-TW" altLang="en-US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程式設計、</a:t>
            </a:r>
            <a:r>
              <a:rPr lang="zh-TW" alt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專案統籌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、</a:t>
            </a:r>
            <a:r>
              <a:rPr lang="en-US" sz="1750" dirty="0" err="1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進度追蹤及最終整合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。</a:t>
            </a:r>
            <a:r>
              <a:rPr lang="zh-TW" altLang="en-US" sz="1750" dirty="0">
                <a:solidFill>
                  <a:srgbClr val="504C49"/>
                </a:solidFill>
                <a:latin typeface="Source Serif 4"/>
                <a:ea typeface="Source Serif 4" pitchFamily="34" charset="-122"/>
                <a:cs typeface="Source Serif 4" pitchFamily="34" charset="-120"/>
              </a:rPr>
              <a:t>協調組員分工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，</a:t>
            </a:r>
            <a:r>
              <a:rPr lang="en-US" sz="1750" dirty="0" err="1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確保開發方向與目標一致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。</a:t>
            </a:r>
            <a:endParaRPr lang="en-US" sz="1750" dirty="0">
              <a:latin typeface="Source Serif 4"/>
              <a:ea typeface="Source Serif 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16962" y="3534966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94882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組員：陳柏融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1594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主要負責核心運算邏輯的程式碼實作，包含物件導向類別的設計與函式開發。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534966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94882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組員：阮清田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51594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負責程式測試與除錯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，</a:t>
            </a:r>
            <a:r>
              <a:rPr lang="en-US" sz="1750" dirty="0" err="1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並編寫專案文件及使用說明</a:t>
            </a:r>
            <a:r>
              <a:rPr lang="en-US" sz="1750" dirty="0">
                <a:solidFill>
                  <a:srgbClr val="504C49"/>
                </a:solidFill>
                <a:latin typeface="Source Serif 4"/>
                <a:ea typeface="Source Serif 4"/>
                <a:cs typeface="Source Serif 4" pitchFamily="34" charset="-120"/>
              </a:rPr>
              <a:t>。</a:t>
            </a:r>
            <a:endParaRPr lang="en-US" sz="1750" dirty="0">
              <a:latin typeface="Source Serif 4"/>
              <a:ea typeface="Source Serif 4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C5F851D-4847-89C7-B4E5-568AAA62620B}"/>
              </a:ext>
            </a:extLst>
          </p:cNvPr>
          <p:cNvSpPr/>
          <p:nvPr/>
        </p:nvSpPr>
        <p:spPr>
          <a:xfrm>
            <a:off x="12886266" y="7763933"/>
            <a:ext cx="1651000" cy="406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9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28</cp:revision>
  <dcterms:created xsi:type="dcterms:W3CDTF">2026-04-19T07:26:27Z</dcterms:created>
  <dcterms:modified xsi:type="dcterms:W3CDTF">2026-04-19T07:47:55Z</dcterms:modified>
</cp:coreProperties>
</file>